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407" r:id="rId2"/>
    <p:sldId id="422" r:id="rId3"/>
    <p:sldId id="423" r:id="rId4"/>
    <p:sldId id="417" r:id="rId5"/>
    <p:sldId id="425" r:id="rId6"/>
    <p:sldId id="409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ED6"/>
    <a:srgbClr val="003300"/>
    <a:srgbClr val="0000F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7869" autoAdjust="0"/>
  </p:normalViewPr>
  <p:slideViewPr>
    <p:cSldViewPr>
      <p:cViewPr varScale="1">
        <p:scale>
          <a:sx n="65" d="100"/>
          <a:sy n="65" d="100"/>
        </p:scale>
        <p:origin x="1406" y="4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4" d="100"/>
        <a:sy n="154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3144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46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FDC75-7F73-4A4A-A77C-09AADF00E0EA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9226BF-1F13-42D3-80DC-373E7ADD1E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1403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EF76B-3757-4A0B-AF93-28494465C1DD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93FD4-8F83-4EF7-AC3F-0DC0388986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608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90800" y="2286000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400" y="40386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51"/>
            <a:ext cx="3721618" cy="68580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5105400"/>
            <a:ext cx="1828800" cy="9906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r>
              <a:rPr lang="en-US" dirty="0"/>
              <a:t>Company Logo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161049" y="-3176815"/>
            <a:ext cx="2819400" cy="91730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3048000"/>
            <a:ext cx="4343400" cy="1362075"/>
          </a:xfrm>
        </p:spPr>
        <p:txBody>
          <a:bodyPr anchor="b" anchorCtr="0"/>
          <a:lstStyle>
            <a:lvl1pPr algn="l">
              <a:defRPr sz="4000"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781800" y="5334000"/>
            <a:ext cx="2133600" cy="9906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Company Logo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269632"/>
            <a:ext cx="8077200" cy="1143000"/>
          </a:xfrm>
        </p:spPr>
        <p:txBody>
          <a:bodyPr anchor="ctr" anchorCtr="0"/>
          <a:lstStyle>
            <a:lvl1pPr algn="l"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96413"/>
            <a:ext cx="8077200" cy="4297363"/>
          </a:xfrm>
        </p:spPr>
        <p:txBody>
          <a:bodyPr>
            <a:normAutofit/>
          </a:bodyPr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0"/>
            <a:ext cx="2133600" cy="365125"/>
          </a:xfrm>
        </p:spPr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36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36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36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274638"/>
            <a:ext cx="5867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356350"/>
            <a:ext cx="2133600" cy="365125"/>
          </a:xfrm>
        </p:spPr>
        <p:txBody>
          <a:bodyPr/>
          <a:lstStyle/>
          <a:p>
            <a:fld id="{757B281C-5159-4971-8228-52B9A72E9ED2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56350"/>
            <a:ext cx="28956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0"/>
            <a:ext cx="2133600" cy="365125"/>
          </a:xfrm>
        </p:spPr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8077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00200"/>
            <a:ext cx="8077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B281C-5159-4971-8228-52B9A72E9ED2}" type="datetimeFigureOut">
              <a:rPr lang="en-US" smtClean="0"/>
              <a:pPr/>
              <a:t>5/24/2018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28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056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2400" y="-109183"/>
            <a:ext cx="818707" cy="708318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  <p:sldLayoutId id="2147483654" r:id="rId10"/>
    <p:sldLayoutId id="2147483655" r:id="rId11"/>
    <p:sldLayoutId id="2147483663" r:id="rId12"/>
  </p:sldLayoutIdLst>
  <p:transition spd="slow">
    <p:wipe dir="d"/>
  </p:transition>
  <p:txStyles>
    <p:titleStyle>
      <a:lvl1pPr algn="l" defTabSz="914400" rtl="0" eaLnBrk="1" latinLnBrk="0" hangingPunct="1">
        <a:spcBef>
          <a:spcPct val="0"/>
        </a:spcBef>
        <a:buNone/>
        <a:defRPr lang="en-US" sz="4400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bricks-prod-cloudfront.cloud.databricks.com/public/4027ec902e239c93eaaa8714f173bcfc/2961012104553482/1430974153588517/1806228006848429/latest.html" TargetMode="External"/><Relationship Id="rId2" Type="http://schemas.openxmlformats.org/officeDocument/2006/relationships/hyperlink" Target="https://accounts.cloud.databricks.com/registration.html#signup/communit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81400" y="3048000"/>
            <a:ext cx="5334000" cy="13620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Using </a:t>
            </a:r>
            <a:r>
              <a:rPr lang="en-US" dirty="0" err="1" smtClean="0"/>
              <a:t>Keras</a:t>
            </a:r>
            <a:r>
              <a:rPr lang="en-US" dirty="0" smtClean="0"/>
              <a:t> R Package To Build </a:t>
            </a:r>
            <a:r>
              <a:rPr lang="en-US" dirty="0"/>
              <a:t>Convolutional </a:t>
            </a:r>
            <a:r>
              <a:rPr lang="en-US" dirty="0" smtClean="0"/>
              <a:t>Neural Network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35907"/>
      </p:ext>
    </p:extLst>
  </p:cSld>
  <p:clrMapOvr>
    <a:masterClrMapping/>
  </p:clrMapOvr>
  <p:transition spd="slow"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62000" y="269632"/>
            <a:ext cx="807720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R Scripts</a:t>
            </a:r>
            <a:endParaRPr lang="en-US" sz="3600" dirty="0">
              <a:solidFill>
                <a:schemeClr val="accent2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23462"/>
            <a:ext cx="4010025" cy="15335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211" y="4036300"/>
            <a:ext cx="3514725" cy="1524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224" y="5943600"/>
            <a:ext cx="3609975" cy="7143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454" y="1597754"/>
            <a:ext cx="8467725" cy="208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391843"/>
      </p:ext>
    </p:extLst>
  </p:cSld>
  <p:clrMapOvr>
    <a:masterClrMapping/>
  </p:clrMapOvr>
  <p:transition spd="slow"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62000" y="269632"/>
            <a:ext cx="807720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Size of the Model</a:t>
            </a:r>
            <a:endParaRPr lang="en-US" sz="3600" dirty="0">
              <a:solidFill>
                <a:schemeClr val="accent2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295400"/>
            <a:ext cx="6784083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1897"/>
      </p:ext>
    </p:extLst>
  </p:cSld>
  <p:clrMapOvr>
    <a:masterClrMapping/>
  </p:clrMapOvr>
  <p:transition spd="slow"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269632"/>
            <a:ext cx="807720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Performance</a:t>
            </a:r>
            <a:endParaRPr lang="en-US" sz="3600" dirty="0">
              <a:solidFill>
                <a:schemeClr val="accent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33800" y="641077"/>
            <a:ext cx="4802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accent1"/>
                </a:solidFill>
              </a:rPr>
              <a:t>Accuracy: 99.31% without much fine tuning</a:t>
            </a:r>
            <a:endParaRPr lang="en-US" sz="2000" b="1" dirty="0">
              <a:solidFill>
                <a:schemeClr val="accent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47203" y="1392754"/>
            <a:ext cx="3079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accent1"/>
                </a:solidFill>
              </a:rPr>
              <a:t>A few misclassified images:</a:t>
            </a:r>
            <a:endParaRPr lang="en-US" sz="2000" b="1" dirty="0">
              <a:solidFill>
                <a:schemeClr val="accent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109" y="1942913"/>
            <a:ext cx="2486311" cy="235743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158" y="1942913"/>
            <a:ext cx="2498884" cy="237001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780" y="1958630"/>
            <a:ext cx="2473738" cy="23542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284" y="4463652"/>
            <a:ext cx="2489454" cy="233229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1158" y="4497419"/>
            <a:ext cx="2498884" cy="236058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7780" y="4572000"/>
            <a:ext cx="2520887" cy="235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831740"/>
      </p:ext>
    </p:extLst>
  </p:cSld>
  <p:clrMapOvr>
    <a:masterClrMapping/>
  </p:clrMapOvr>
  <p:transition spd="slow"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269632"/>
            <a:ext cx="807720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Cross-Validation Curve</a:t>
            </a:r>
            <a:endParaRPr lang="en-US" sz="3600" dirty="0">
              <a:solidFill>
                <a:schemeClr val="accent2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600200"/>
            <a:ext cx="58674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966593"/>
      </p:ext>
    </p:extLst>
  </p:cSld>
  <p:clrMapOvr>
    <a:masterClrMapping/>
  </p:clrMapOvr>
  <p:transition spd="slow"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3400" y="1524000"/>
            <a:ext cx="4343400" cy="1362075"/>
          </a:xfrm>
        </p:spPr>
        <p:txBody>
          <a:bodyPr/>
          <a:lstStyle/>
          <a:p>
            <a:r>
              <a:rPr lang="en-US" dirty="0" smtClean="0"/>
              <a:t>Now Let’s Do It </a:t>
            </a:r>
            <a:r>
              <a:rPr lang="en-US" dirty="0"/>
              <a:t>I</a:t>
            </a:r>
            <a:r>
              <a:rPr lang="en-US" dirty="0" smtClean="0"/>
              <a:t>n The Cloud!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3505200"/>
            <a:ext cx="7620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Databrick</a:t>
            </a:r>
            <a:r>
              <a:rPr lang="en-US" b="1" dirty="0" smtClean="0">
                <a:solidFill>
                  <a:srgbClr val="FF0000"/>
                </a:solidFill>
              </a:rPr>
              <a:t> free community edition account open: </a:t>
            </a:r>
            <a:r>
              <a:rPr lang="en-US" b="1" dirty="0" smtClean="0">
                <a:solidFill>
                  <a:srgbClr val="FF0000"/>
                </a:solidFill>
                <a:hlinkClick r:id="rId2"/>
              </a:rPr>
              <a:t>https</a:t>
            </a:r>
            <a:r>
              <a:rPr lang="en-US" b="1" dirty="0">
                <a:solidFill>
                  <a:srgbClr val="FF0000"/>
                </a:solidFill>
                <a:hlinkClick r:id="rId2"/>
              </a:rPr>
              <a:t>://</a:t>
            </a:r>
            <a:r>
              <a:rPr lang="en-US" b="1" dirty="0" smtClean="0">
                <a:solidFill>
                  <a:srgbClr val="FF0000"/>
                </a:solidFill>
                <a:hlinkClick r:id="rId2"/>
              </a:rPr>
              <a:t>accounts.cloud.databricks.com/registration.html#signup/community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Notebook contains all the material for this section:</a:t>
            </a:r>
          </a:p>
          <a:p>
            <a:r>
              <a:rPr lang="en-US" b="1" dirty="0">
                <a:solidFill>
                  <a:srgbClr val="FF0000"/>
                </a:solidFill>
                <a:hlinkClick r:id="rId3"/>
              </a:rPr>
              <a:t>https://</a:t>
            </a:r>
            <a:r>
              <a:rPr lang="en-US" b="1" dirty="0" smtClean="0">
                <a:solidFill>
                  <a:srgbClr val="FF0000"/>
                </a:solidFill>
                <a:hlinkClick r:id="rId3"/>
              </a:rPr>
              <a:t>databricks-prod-cloudfront.cloud.databricks.com/public/4027ec902e239c93eaaa8714f173bcfc/2961012104553482/1430974153588517/1806228006848429/latest.html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812889"/>
      </p:ext>
    </p:extLst>
  </p:cSld>
  <p:clrMapOvr>
    <a:masterClrMapping/>
  </p:clrMapOvr>
  <p:transition spd="slow">
    <p:wipe dir="d"/>
  </p:transition>
</p:sld>
</file>

<file path=ppt/theme/theme1.xml><?xml version="1.0" encoding="utf-8"?>
<a:theme xmlns:a="http://schemas.openxmlformats.org/drawingml/2006/main" name="Train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62</Words>
  <Application>Microsoft Office PowerPoint</Application>
  <PresentationFormat>On-screen Show (4:3)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Training</vt:lpstr>
      <vt:lpstr>Using Keras R Package To Build Convolutional Neural Network Model</vt:lpstr>
      <vt:lpstr>R Scripts</vt:lpstr>
      <vt:lpstr>Size of the Model</vt:lpstr>
      <vt:lpstr>Performance</vt:lpstr>
      <vt:lpstr>Cross-Validation Curve</vt:lpstr>
      <vt:lpstr>Now Let’s Do It In The Cloud!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2013-07-12T01:18:53Z</dcterms:created>
  <dcterms:modified xsi:type="dcterms:W3CDTF">2018-05-25T06:57:20Z</dcterms:modified>
</cp:coreProperties>
</file>